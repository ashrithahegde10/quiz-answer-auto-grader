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6" r:id="rId5"/>
    <p:sldId id="261" r:id="rId6"/>
    <p:sldId id="265" r:id="rId7"/>
    <p:sldId id="268" r:id="rId8"/>
    <p:sldId id="341" r:id="rId9"/>
    <p:sldId id="267" r:id="rId10"/>
    <p:sldId id="266" r:id="rId11"/>
    <p:sldId id="3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D83A3-D19F-4539-ACFA-460346D0983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54978E-B809-4B0B-BFD9-14148E1D0499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Array </a:t>
          </a:r>
        </a:p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Stores list of questions and answers in sequence.</a:t>
          </a:r>
        </a:p>
      </dgm:t>
    </dgm:pt>
    <dgm:pt modelId="{2AC5CE82-17FB-49B0-B1C4-77DED24E8EB6}" type="parTrans" cxnId="{8156D81D-6BB1-4F49-97BC-42C28E9C54DB}">
      <dgm:prSet/>
      <dgm:spPr/>
      <dgm:t>
        <a:bodyPr/>
        <a:lstStyle/>
        <a:p>
          <a:endParaRPr lang="en-IN"/>
        </a:p>
      </dgm:t>
    </dgm:pt>
    <dgm:pt modelId="{A99E0B85-640A-475C-9D39-837173D68A7D}" type="sibTrans" cxnId="{8156D81D-6BB1-4F49-97BC-42C28E9C54DB}">
      <dgm:prSet/>
      <dgm:spPr/>
      <dgm:t>
        <a:bodyPr/>
        <a:lstStyle/>
        <a:p>
          <a:endParaRPr lang="en-IN"/>
        </a:p>
      </dgm:t>
    </dgm:pt>
    <dgm:pt modelId="{4FC2D05D-AAFB-43B4-BBD4-82269E06FCB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Simple sequential storage, easy traversal.</a:t>
          </a:r>
        </a:p>
      </dgm:t>
    </dgm:pt>
    <dgm:pt modelId="{BBA1790A-CD10-4B16-BFC1-79491612B830}" type="parTrans" cxnId="{AC84AFB7-3589-407B-81DD-4A8FD36A2715}">
      <dgm:prSet/>
      <dgm:spPr/>
      <dgm:t>
        <a:bodyPr/>
        <a:lstStyle/>
        <a:p>
          <a:endParaRPr lang="en-IN"/>
        </a:p>
      </dgm:t>
    </dgm:pt>
    <dgm:pt modelId="{1CCF4A4A-BF1D-4F2D-98AD-63D2F45B198E}" type="sibTrans" cxnId="{AC84AFB7-3589-407B-81DD-4A8FD36A2715}">
      <dgm:prSet/>
      <dgm:spPr/>
      <dgm:t>
        <a:bodyPr/>
        <a:lstStyle/>
        <a:p>
          <a:endParaRPr lang="en-IN"/>
        </a:p>
      </dgm:t>
    </dgm:pt>
    <dgm:pt modelId="{79314315-3A10-4744-B8D9-692EDA89426B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Hash Map </a:t>
          </a:r>
        </a:p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Maps each question to its model answer.</a:t>
          </a:r>
        </a:p>
      </dgm:t>
    </dgm:pt>
    <dgm:pt modelId="{402B5C5D-E38D-44B6-A72F-753D7C9F0E99}" type="parTrans" cxnId="{9CDCC7D3-5E56-4D81-80D1-4E5E92DFFCE7}">
      <dgm:prSet/>
      <dgm:spPr/>
      <dgm:t>
        <a:bodyPr/>
        <a:lstStyle/>
        <a:p>
          <a:endParaRPr lang="en-IN"/>
        </a:p>
      </dgm:t>
    </dgm:pt>
    <dgm:pt modelId="{7A613AF1-DE33-487D-A5EC-336C899693E7}" type="sibTrans" cxnId="{9CDCC7D3-5E56-4D81-80D1-4E5E92DFFCE7}">
      <dgm:prSet/>
      <dgm:spPr/>
      <dgm:t>
        <a:bodyPr/>
        <a:lstStyle/>
        <a:p>
          <a:endParaRPr lang="en-IN"/>
        </a:p>
      </dgm:t>
    </dgm:pt>
    <dgm:pt modelId="{A8C90F02-45D9-4D6E-9870-8A5A4CB4BA04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Provides quick lookup and prevents duplication.</a:t>
          </a:r>
        </a:p>
      </dgm:t>
    </dgm:pt>
    <dgm:pt modelId="{CDEC3106-BE8D-4D4C-8D1D-035AC4D7E646}" type="parTrans" cxnId="{543BC5D7-DB07-4F70-A763-C3929356B4F3}">
      <dgm:prSet/>
      <dgm:spPr/>
      <dgm:t>
        <a:bodyPr/>
        <a:lstStyle/>
        <a:p>
          <a:endParaRPr lang="en-IN"/>
        </a:p>
      </dgm:t>
    </dgm:pt>
    <dgm:pt modelId="{466DE4C2-83B4-47CC-9545-ED128D2C4246}" type="sibTrans" cxnId="{543BC5D7-DB07-4F70-A763-C3929356B4F3}">
      <dgm:prSet/>
      <dgm:spPr/>
      <dgm:t>
        <a:bodyPr/>
        <a:lstStyle/>
        <a:p>
          <a:endParaRPr lang="en-IN"/>
        </a:p>
      </dgm:t>
    </dgm:pt>
    <dgm:pt modelId="{C9C6EB9C-5361-437F-A2B2-BCFE5446EBF5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Trie </a:t>
          </a:r>
        </a:p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Handles text similarity comparison efficiently.</a:t>
          </a:r>
        </a:p>
      </dgm:t>
    </dgm:pt>
    <dgm:pt modelId="{F118D325-A399-4A81-96D7-2112549D907B}" type="parTrans" cxnId="{3B7E74FE-10FB-42B4-92D3-801249CFBBFF}">
      <dgm:prSet/>
      <dgm:spPr/>
      <dgm:t>
        <a:bodyPr/>
        <a:lstStyle/>
        <a:p>
          <a:endParaRPr lang="en-IN"/>
        </a:p>
      </dgm:t>
    </dgm:pt>
    <dgm:pt modelId="{C32F3A8E-22D2-43C3-80C8-1A1379CF98AF}" type="sibTrans" cxnId="{3B7E74FE-10FB-42B4-92D3-801249CFBBFF}">
      <dgm:prSet/>
      <dgm:spPr/>
      <dgm:t>
        <a:bodyPr/>
        <a:lstStyle/>
        <a:p>
          <a:endParaRPr lang="en-IN"/>
        </a:p>
      </dgm:t>
    </dgm:pt>
    <dgm:pt modelId="{18D7A763-F302-4DDB-9156-6E92BCB0E83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Ideal for prefix-based string matching</a:t>
          </a:r>
        </a:p>
      </dgm:t>
    </dgm:pt>
    <dgm:pt modelId="{DA97F721-5F72-4165-A53C-E63CCE18BAC5}" type="parTrans" cxnId="{65B69BE2-0B11-4F95-86F0-11C989CED634}">
      <dgm:prSet/>
      <dgm:spPr/>
      <dgm:t>
        <a:bodyPr/>
        <a:lstStyle/>
        <a:p>
          <a:endParaRPr lang="en-IN"/>
        </a:p>
      </dgm:t>
    </dgm:pt>
    <dgm:pt modelId="{DE3D4CBC-1C06-480E-8DC8-E73EA7A37045}" type="sibTrans" cxnId="{65B69BE2-0B11-4F95-86F0-11C989CED634}">
      <dgm:prSet/>
      <dgm:spPr/>
      <dgm:t>
        <a:bodyPr/>
        <a:lstStyle/>
        <a:p>
          <a:endParaRPr lang="en-IN"/>
        </a:p>
      </dgm:t>
    </dgm:pt>
    <dgm:pt modelId="{F4B6A7BB-0A5D-40ED-857C-B1413B55C49D}" type="pres">
      <dgm:prSet presAssocID="{B22D83A3-D19F-4539-ACFA-460346D0983C}" presName="Name0" presStyleCnt="0">
        <dgm:presLayoutVars>
          <dgm:dir/>
          <dgm:animLvl val="lvl"/>
          <dgm:resizeHandles val="exact"/>
        </dgm:presLayoutVars>
      </dgm:prSet>
      <dgm:spPr/>
    </dgm:pt>
    <dgm:pt modelId="{6D890628-8807-44EF-842F-480F771477E7}" type="pres">
      <dgm:prSet presAssocID="{A654978E-B809-4B0B-BFD9-14148E1D0499}" presName="linNode" presStyleCnt="0"/>
      <dgm:spPr/>
    </dgm:pt>
    <dgm:pt modelId="{4A36C678-0DE7-411B-8500-A2CE751A6BAD}" type="pres">
      <dgm:prSet presAssocID="{A654978E-B809-4B0B-BFD9-14148E1D049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0856300-BD26-4EAC-9580-C43942FD4A14}" type="pres">
      <dgm:prSet presAssocID="{A654978E-B809-4B0B-BFD9-14148E1D0499}" presName="descendantText" presStyleLbl="alignAccFollowNode1" presStyleIdx="0" presStyleCnt="3">
        <dgm:presLayoutVars>
          <dgm:bulletEnabled val="1"/>
        </dgm:presLayoutVars>
      </dgm:prSet>
      <dgm:spPr/>
    </dgm:pt>
    <dgm:pt modelId="{0B34138B-8C88-4A1D-AFDF-4B8977DCA589}" type="pres">
      <dgm:prSet presAssocID="{A99E0B85-640A-475C-9D39-837173D68A7D}" presName="sp" presStyleCnt="0"/>
      <dgm:spPr/>
    </dgm:pt>
    <dgm:pt modelId="{71A8A751-DA77-4599-BFF3-F4DFCB648618}" type="pres">
      <dgm:prSet presAssocID="{79314315-3A10-4744-B8D9-692EDA89426B}" presName="linNode" presStyleCnt="0"/>
      <dgm:spPr/>
    </dgm:pt>
    <dgm:pt modelId="{80936BF9-0938-4177-911D-C2C2B4F1C45E}" type="pres">
      <dgm:prSet presAssocID="{79314315-3A10-4744-B8D9-692EDA89426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215B64E-24FA-4600-9667-7084294AF780}" type="pres">
      <dgm:prSet presAssocID="{79314315-3A10-4744-B8D9-692EDA89426B}" presName="descendantText" presStyleLbl="alignAccFollowNode1" presStyleIdx="1" presStyleCnt="3">
        <dgm:presLayoutVars>
          <dgm:bulletEnabled val="1"/>
        </dgm:presLayoutVars>
      </dgm:prSet>
      <dgm:spPr/>
    </dgm:pt>
    <dgm:pt modelId="{CF73303A-4859-4196-9912-57A98B53296D}" type="pres">
      <dgm:prSet presAssocID="{7A613AF1-DE33-487D-A5EC-336C899693E7}" presName="sp" presStyleCnt="0"/>
      <dgm:spPr/>
    </dgm:pt>
    <dgm:pt modelId="{62CD7A2B-564F-4943-8EED-DFB38B6C7C02}" type="pres">
      <dgm:prSet presAssocID="{C9C6EB9C-5361-437F-A2B2-BCFE5446EBF5}" presName="linNode" presStyleCnt="0"/>
      <dgm:spPr/>
    </dgm:pt>
    <dgm:pt modelId="{78D6AB12-DCD5-47A1-94CC-35069AA988EE}" type="pres">
      <dgm:prSet presAssocID="{C9C6EB9C-5361-437F-A2B2-BCFE5446EBF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8CDE5B3-064F-486E-87A1-A44DE0F8B6AA}" type="pres">
      <dgm:prSet presAssocID="{C9C6EB9C-5361-437F-A2B2-BCFE5446EBF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57F1119-990F-4D02-9309-B17C8815BB8F}" type="presOf" srcId="{4FC2D05D-AAFB-43B4-BBD4-82269E06FCB1}" destId="{D0856300-BD26-4EAC-9580-C43942FD4A14}" srcOrd="0" destOrd="0" presId="urn:microsoft.com/office/officeart/2005/8/layout/vList5"/>
    <dgm:cxn modelId="{8156D81D-6BB1-4F49-97BC-42C28E9C54DB}" srcId="{B22D83A3-D19F-4539-ACFA-460346D0983C}" destId="{A654978E-B809-4B0B-BFD9-14148E1D0499}" srcOrd="0" destOrd="0" parTransId="{2AC5CE82-17FB-49B0-B1C4-77DED24E8EB6}" sibTransId="{A99E0B85-640A-475C-9D39-837173D68A7D}"/>
    <dgm:cxn modelId="{9F36E033-8041-47CC-94C5-ABE8031CA7AF}" type="presOf" srcId="{C9C6EB9C-5361-437F-A2B2-BCFE5446EBF5}" destId="{78D6AB12-DCD5-47A1-94CC-35069AA988EE}" srcOrd="0" destOrd="0" presId="urn:microsoft.com/office/officeart/2005/8/layout/vList5"/>
    <dgm:cxn modelId="{D61B8E48-F311-47AA-BAFC-C495B0679508}" type="presOf" srcId="{A654978E-B809-4B0B-BFD9-14148E1D0499}" destId="{4A36C678-0DE7-411B-8500-A2CE751A6BAD}" srcOrd="0" destOrd="0" presId="urn:microsoft.com/office/officeart/2005/8/layout/vList5"/>
    <dgm:cxn modelId="{97272E80-CF6E-47D0-BD6A-FD0E3BAE9BF0}" type="presOf" srcId="{79314315-3A10-4744-B8D9-692EDA89426B}" destId="{80936BF9-0938-4177-911D-C2C2B4F1C45E}" srcOrd="0" destOrd="0" presId="urn:microsoft.com/office/officeart/2005/8/layout/vList5"/>
    <dgm:cxn modelId="{F1567589-66B8-44C0-B9C2-D3B5960D046A}" type="presOf" srcId="{18D7A763-F302-4DDB-9156-6E92BCB0E835}" destId="{D8CDE5B3-064F-486E-87A1-A44DE0F8B6AA}" srcOrd="0" destOrd="0" presId="urn:microsoft.com/office/officeart/2005/8/layout/vList5"/>
    <dgm:cxn modelId="{B9448B8F-4988-402B-A89A-0A126B0731D4}" type="presOf" srcId="{B22D83A3-D19F-4539-ACFA-460346D0983C}" destId="{F4B6A7BB-0A5D-40ED-857C-B1413B55C49D}" srcOrd="0" destOrd="0" presId="urn:microsoft.com/office/officeart/2005/8/layout/vList5"/>
    <dgm:cxn modelId="{AC84AFB7-3589-407B-81DD-4A8FD36A2715}" srcId="{A654978E-B809-4B0B-BFD9-14148E1D0499}" destId="{4FC2D05D-AAFB-43B4-BBD4-82269E06FCB1}" srcOrd="0" destOrd="0" parTransId="{BBA1790A-CD10-4B16-BFC1-79491612B830}" sibTransId="{1CCF4A4A-BF1D-4F2D-98AD-63D2F45B198E}"/>
    <dgm:cxn modelId="{9CDCC7D3-5E56-4D81-80D1-4E5E92DFFCE7}" srcId="{B22D83A3-D19F-4539-ACFA-460346D0983C}" destId="{79314315-3A10-4744-B8D9-692EDA89426B}" srcOrd="1" destOrd="0" parTransId="{402B5C5D-E38D-44B6-A72F-753D7C9F0E99}" sibTransId="{7A613AF1-DE33-487D-A5EC-336C899693E7}"/>
    <dgm:cxn modelId="{543BC5D7-DB07-4F70-A763-C3929356B4F3}" srcId="{79314315-3A10-4744-B8D9-692EDA89426B}" destId="{A8C90F02-45D9-4D6E-9870-8A5A4CB4BA04}" srcOrd="0" destOrd="0" parTransId="{CDEC3106-BE8D-4D4C-8D1D-035AC4D7E646}" sibTransId="{466DE4C2-83B4-47CC-9545-ED128D2C4246}"/>
    <dgm:cxn modelId="{65B69BE2-0B11-4F95-86F0-11C989CED634}" srcId="{C9C6EB9C-5361-437F-A2B2-BCFE5446EBF5}" destId="{18D7A763-F302-4DDB-9156-6E92BCB0E835}" srcOrd="0" destOrd="0" parTransId="{DA97F721-5F72-4165-A53C-E63CCE18BAC5}" sibTransId="{DE3D4CBC-1C06-480E-8DC8-E73EA7A37045}"/>
    <dgm:cxn modelId="{A978CEF2-13BB-461F-9F94-7389598BEC79}" type="presOf" srcId="{A8C90F02-45D9-4D6E-9870-8A5A4CB4BA04}" destId="{F215B64E-24FA-4600-9667-7084294AF780}" srcOrd="0" destOrd="0" presId="urn:microsoft.com/office/officeart/2005/8/layout/vList5"/>
    <dgm:cxn modelId="{3B7E74FE-10FB-42B4-92D3-801249CFBBFF}" srcId="{B22D83A3-D19F-4539-ACFA-460346D0983C}" destId="{C9C6EB9C-5361-437F-A2B2-BCFE5446EBF5}" srcOrd="2" destOrd="0" parTransId="{F118D325-A399-4A81-96D7-2112549D907B}" sibTransId="{C32F3A8E-22D2-43C3-80C8-1A1379CF98AF}"/>
    <dgm:cxn modelId="{68A64EB3-B959-478B-A41E-CF30D6D5C475}" type="presParOf" srcId="{F4B6A7BB-0A5D-40ED-857C-B1413B55C49D}" destId="{6D890628-8807-44EF-842F-480F771477E7}" srcOrd="0" destOrd="0" presId="urn:microsoft.com/office/officeart/2005/8/layout/vList5"/>
    <dgm:cxn modelId="{97E82EC9-E665-425A-9ECE-F53F3F0B6DE4}" type="presParOf" srcId="{6D890628-8807-44EF-842F-480F771477E7}" destId="{4A36C678-0DE7-411B-8500-A2CE751A6BAD}" srcOrd="0" destOrd="0" presId="urn:microsoft.com/office/officeart/2005/8/layout/vList5"/>
    <dgm:cxn modelId="{E873DE17-5BD0-4A58-8E24-B74D34E45048}" type="presParOf" srcId="{6D890628-8807-44EF-842F-480F771477E7}" destId="{D0856300-BD26-4EAC-9580-C43942FD4A14}" srcOrd="1" destOrd="0" presId="urn:microsoft.com/office/officeart/2005/8/layout/vList5"/>
    <dgm:cxn modelId="{33DFABFA-2D67-4110-A04F-AA00E0BFED08}" type="presParOf" srcId="{F4B6A7BB-0A5D-40ED-857C-B1413B55C49D}" destId="{0B34138B-8C88-4A1D-AFDF-4B8977DCA589}" srcOrd="1" destOrd="0" presId="urn:microsoft.com/office/officeart/2005/8/layout/vList5"/>
    <dgm:cxn modelId="{B80E59E1-450A-4699-8E3E-B840DF2A63B2}" type="presParOf" srcId="{F4B6A7BB-0A5D-40ED-857C-B1413B55C49D}" destId="{71A8A751-DA77-4599-BFF3-F4DFCB648618}" srcOrd="2" destOrd="0" presId="urn:microsoft.com/office/officeart/2005/8/layout/vList5"/>
    <dgm:cxn modelId="{97526FC6-FA83-439B-ACB3-5D0C62A163FD}" type="presParOf" srcId="{71A8A751-DA77-4599-BFF3-F4DFCB648618}" destId="{80936BF9-0938-4177-911D-C2C2B4F1C45E}" srcOrd="0" destOrd="0" presId="urn:microsoft.com/office/officeart/2005/8/layout/vList5"/>
    <dgm:cxn modelId="{837626FC-A46F-497B-8771-F3C8E2239F99}" type="presParOf" srcId="{71A8A751-DA77-4599-BFF3-F4DFCB648618}" destId="{F215B64E-24FA-4600-9667-7084294AF780}" srcOrd="1" destOrd="0" presId="urn:microsoft.com/office/officeart/2005/8/layout/vList5"/>
    <dgm:cxn modelId="{90C46493-E93A-4773-9513-2DE2D56B0E33}" type="presParOf" srcId="{F4B6A7BB-0A5D-40ED-857C-B1413B55C49D}" destId="{CF73303A-4859-4196-9912-57A98B53296D}" srcOrd="3" destOrd="0" presId="urn:microsoft.com/office/officeart/2005/8/layout/vList5"/>
    <dgm:cxn modelId="{A88E714B-918F-4D5C-91C7-87FF6BF321D6}" type="presParOf" srcId="{F4B6A7BB-0A5D-40ED-857C-B1413B55C49D}" destId="{62CD7A2B-564F-4943-8EED-DFB38B6C7C02}" srcOrd="4" destOrd="0" presId="urn:microsoft.com/office/officeart/2005/8/layout/vList5"/>
    <dgm:cxn modelId="{714CD225-C1BF-4434-BA45-818A863FCFA8}" type="presParOf" srcId="{62CD7A2B-564F-4943-8EED-DFB38B6C7C02}" destId="{78D6AB12-DCD5-47A1-94CC-35069AA988EE}" srcOrd="0" destOrd="0" presId="urn:microsoft.com/office/officeart/2005/8/layout/vList5"/>
    <dgm:cxn modelId="{1C42E780-D03F-4828-80B0-E1B78FD65F8E}" type="presParOf" srcId="{62CD7A2B-564F-4943-8EED-DFB38B6C7C02}" destId="{D8CDE5B3-064F-486E-87A1-A44DE0F8B6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 custT="1"/>
      <dgm:spPr/>
      <dgm:t>
        <a:bodyPr/>
        <a:lstStyle/>
        <a:p>
          <a:pPr algn="ctr"/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Abstract Data Type</a:t>
          </a: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/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/>
        </a:p>
      </dgm:t>
    </dgm:pt>
    <dgm:pt modelId="{15FCB7DF-D0D3-43D8-8FE5-E5FFDED6264E}">
      <dgm:prSet phldrT="[Text]" custT="1"/>
      <dgm:spPr/>
      <dgm:t>
        <a:bodyPr/>
        <a:lstStyle/>
        <a:p>
          <a:pPr algn="ctr"/>
          <a:r>
            <a:rPr lang="en-US" sz="1500" dirty="0">
              <a:latin typeface="Times New Roman" panose="02020603050405020304" pitchFamily="18" charset="0"/>
              <a:cs typeface="Times New Roman" panose="02020603050405020304" pitchFamily="18" charset="0"/>
            </a:rPr>
            <a:t>HashMap                                      &lt;Key, Value&gt;</a:t>
          </a:r>
        </a:p>
      </dgm:t>
    </dgm:pt>
    <dgm:pt modelId="{5DD5E854-B70B-4927-93DD-9B930567F2D9}" type="parTrans" cxnId="{D8EBBD42-214D-4D3D-9A34-A5A6A40991CD}">
      <dgm:prSet/>
      <dgm:spPr/>
      <dgm:t>
        <a:bodyPr/>
        <a:lstStyle/>
        <a:p>
          <a:endParaRPr lang="en-US"/>
        </a:p>
      </dgm:t>
    </dgm:pt>
    <dgm:pt modelId="{DDE76206-3F7F-4788-87BA-8C9D4D26CDB9}" type="sibTrans" cxnId="{D8EBBD42-214D-4D3D-9A34-A5A6A40991CD}">
      <dgm:prSet/>
      <dgm:spPr/>
      <dgm:t>
        <a:bodyPr/>
        <a:lstStyle/>
        <a:p>
          <a:endParaRPr lang="en-US"/>
        </a:p>
      </dgm:t>
    </dgm:pt>
    <dgm:pt modelId="{196543C5-093B-4437-B406-DBE4B882EA97}">
      <dgm:prSet phldrT="[Text]"/>
      <dgm:spPr/>
      <dgm:t>
        <a:bodyPr/>
        <a:lstStyle/>
        <a:p>
          <a:pPr algn="ctr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/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/>
        </a:p>
      </dgm:t>
    </dgm:pt>
    <dgm:pt modelId="{C485168C-07AD-4DE6-B17E-1E96E93777D7}">
      <dgm:prSet phldrT="[Text]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Key → Question (String)</a:t>
          </a:r>
        </a:p>
      </dgm:t>
    </dgm:pt>
    <dgm:pt modelId="{2EA2CE1F-978B-4B0A-92B2-CA23FBAEB8C0}" type="parTrans" cxnId="{B374803A-F1D8-4C12-8B03-25954CE7DDA9}">
      <dgm:prSet/>
      <dgm:spPr/>
      <dgm:t>
        <a:bodyPr/>
        <a:lstStyle/>
        <a:p>
          <a:endParaRPr lang="en-US"/>
        </a:p>
      </dgm:t>
    </dgm:pt>
    <dgm:pt modelId="{05F43B89-7F05-43F2-A0A8-66E0914D6EC4}" type="sibTrans" cxnId="{B374803A-F1D8-4C12-8B03-25954CE7DDA9}">
      <dgm:prSet/>
      <dgm:spPr/>
      <dgm:t>
        <a:bodyPr/>
        <a:lstStyle/>
        <a:p>
          <a:endParaRPr lang="en-US"/>
        </a:p>
      </dgm:t>
    </dgm:pt>
    <dgm:pt modelId="{CA2BABAF-EDAA-4496-8316-FD6EA3643E8F}">
      <dgm:prSet phldrT="[Text]" custT="1"/>
      <dgm:spPr/>
      <dgm:t>
        <a:bodyPr/>
        <a:lstStyle/>
        <a:p>
          <a:pPr algn="ctr"/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</a:t>
          </a: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/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/>
        </a:p>
      </dgm:t>
    </dgm:pt>
    <dgm:pt modelId="{ABC1EDDD-C08B-4F9C-8453-9CEFCC2AF319}">
      <dgm:prSet phldrT="[Text]" custT="1"/>
      <dgm:spPr/>
      <dgm:t>
        <a:bodyPr/>
        <a:lstStyle/>
        <a:p>
          <a:pPr algn="l"/>
          <a:r>
            <a:rPr lang="en-IN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insertHash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(q, a):            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Insert question and answer pair.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/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/>
        </a:p>
      </dgm:t>
    </dgm:pt>
    <dgm:pt modelId="{D2F2C182-046B-4B9B-B974-A78B86965302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Value → Model Answer (String)</a:t>
          </a:r>
        </a:p>
      </dgm:t>
    </dgm:pt>
    <dgm:pt modelId="{80B6181B-D4BC-4358-9B6D-1CF0BE8C11C4}" type="parTrans" cxnId="{248E6150-D0D5-4083-815B-C075F3C2014F}">
      <dgm:prSet/>
      <dgm:spPr/>
      <dgm:t>
        <a:bodyPr/>
        <a:lstStyle/>
        <a:p>
          <a:endParaRPr lang="en-IN"/>
        </a:p>
      </dgm:t>
    </dgm:pt>
    <dgm:pt modelId="{A82089B1-8CD1-4050-A405-8BFBE62D920D}" type="sibTrans" cxnId="{248E6150-D0D5-4083-815B-C075F3C2014F}">
      <dgm:prSet/>
      <dgm:spPr/>
      <dgm:t>
        <a:bodyPr/>
        <a:lstStyle/>
        <a:p>
          <a:endParaRPr lang="en-IN"/>
        </a:p>
      </dgm:t>
    </dgm:pt>
    <dgm:pt modelId="{B4B31F6D-DECB-4D53-AFD4-116862127A0E}">
      <dgm:prSet custT="1"/>
      <dgm:spPr/>
      <dgm:t>
        <a:bodyPr/>
        <a:lstStyle/>
        <a:p>
          <a:pPr algn="just"/>
          <a:r>
            <a:rPr lang="en-IN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searchHash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(q):          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Retrieve model answer.</a:t>
          </a:r>
        </a:p>
      </dgm:t>
    </dgm:pt>
    <dgm:pt modelId="{6BEA65B4-AEDA-4CD8-B62C-3EB1F8C419E9}" type="parTrans" cxnId="{6A28B0C6-79AA-413E-8608-DFCF3D19B72A}">
      <dgm:prSet/>
      <dgm:spPr/>
      <dgm:t>
        <a:bodyPr/>
        <a:lstStyle/>
        <a:p>
          <a:endParaRPr lang="en-IN"/>
        </a:p>
      </dgm:t>
    </dgm:pt>
    <dgm:pt modelId="{63854D28-63AB-471B-97BA-F8E898169B29}" type="sibTrans" cxnId="{6A28B0C6-79AA-413E-8608-DFCF3D19B72A}">
      <dgm:prSet/>
      <dgm:spPr/>
      <dgm:t>
        <a:bodyPr/>
        <a:lstStyle/>
        <a:p>
          <a:endParaRPr lang="en-IN"/>
        </a:p>
      </dgm:t>
    </dgm:pt>
    <dgm:pt modelId="{8C6CA7B2-5264-4B2B-A181-105DD4B58A73}">
      <dgm:prSet custT="1"/>
      <dgm:spPr/>
      <dgm:t>
        <a:bodyPr/>
        <a:lstStyle/>
        <a:p>
          <a:pPr algn="just"/>
          <a:r>
            <a:rPr lang="en-IN" sz="16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hashFunction</a:t>
          </a:r>
          <a:r>
            <a:rPr lang="en-IN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(str): 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Generates hash index using ASCII-based computation.</a:t>
          </a:r>
        </a:p>
      </dgm:t>
    </dgm:pt>
    <dgm:pt modelId="{6E03B222-FFC3-4A65-BBD2-20AFFF489605}" type="parTrans" cxnId="{2DAF403A-6FDB-45EF-82DC-294993A69BF7}">
      <dgm:prSet/>
      <dgm:spPr/>
      <dgm:t>
        <a:bodyPr/>
        <a:lstStyle/>
        <a:p>
          <a:endParaRPr lang="en-IN"/>
        </a:p>
      </dgm:t>
    </dgm:pt>
    <dgm:pt modelId="{5FA1B31A-9D85-4E47-AD8E-CCE06DB68008}" type="sibTrans" cxnId="{2DAF403A-6FDB-45EF-82DC-294993A69BF7}">
      <dgm:prSet/>
      <dgm:spPr/>
      <dgm:t>
        <a:bodyPr/>
        <a:lstStyle/>
        <a:p>
          <a:endParaRPr lang="en-IN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F9843CF7-0127-42E5-AC28-11FBD0D395A1}" type="pres">
      <dgm:prSet presAssocID="{196543C5-093B-4437-B406-DBE4B882EA97}" presName="compositeB" presStyleCnt="0"/>
      <dgm:spPr/>
    </dgm:pt>
    <dgm:pt modelId="{EFF3179C-BA86-48A5-AE19-133736CF259A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A277EA48-7D40-41A3-AFF7-09A2C6BE8C48}" type="pres">
      <dgm:prSet presAssocID="{196543C5-093B-4437-B406-DBE4B882EA97}" presName="circleB" presStyleLbl="node1" presStyleIdx="1" presStyleCnt="3"/>
      <dgm:spPr/>
    </dgm:pt>
    <dgm:pt modelId="{12A16642-B3BB-4FA7-8043-3A2ACAAB3EFD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A2386B6D-3F8F-4165-BFB8-B1E292409F7C}" type="pres">
      <dgm:prSet presAssocID="{CA2BABAF-EDAA-4496-8316-FD6EA3643E8F}" presName="compositeA" presStyleCnt="0"/>
      <dgm:spPr/>
    </dgm:pt>
    <dgm:pt modelId="{6BE9C7FA-ABB2-4B14-9538-4618E86A2BFA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84728503-099A-418B-86F9-7F297D746992}" type="pres">
      <dgm:prSet presAssocID="{CA2BABAF-EDAA-4496-8316-FD6EA3643E8F}" presName="circleA" presStyleLbl="node1" presStyleIdx="2" presStyleCnt="3"/>
      <dgm:spPr/>
    </dgm:pt>
    <dgm:pt modelId="{88735BA5-EE4F-4604-8135-788606BEA974}" type="pres">
      <dgm:prSet presAssocID="{CA2BABAF-EDAA-4496-8316-FD6EA3643E8F}" presName="spaceA" presStyleCnt="0"/>
      <dgm:spPr/>
    </dgm:pt>
  </dgm:ptLst>
  <dgm:cxnLst>
    <dgm:cxn modelId="{B71ACC15-8073-4261-B6C5-8F957D987B24}" type="presOf" srcId="{ABC1EDDD-C08B-4F9C-8453-9CEFCC2AF319}" destId="{6BE9C7FA-ABB2-4B14-9538-4618E86A2BFA}" srcOrd="0" destOrd="1" presId="urn:microsoft.com/office/officeart/2005/8/layout/hProcess11"/>
    <dgm:cxn modelId="{48A47F17-18A1-4C6B-B5A7-F810CF0CD5B6}" type="presOf" srcId="{45D50368-372D-4F79-95B9-B27BD239F0F6}" destId="{7103C4FE-7A4B-41EF-8814-669D0064B6EF}" srcOrd="0" destOrd="0" presId="urn:microsoft.com/office/officeart/2005/8/layout/hProcess11"/>
    <dgm:cxn modelId="{38228424-0D88-43DA-9A25-FF279D845C43}" type="presOf" srcId="{15FCB7DF-D0D3-43D8-8FE5-E5FFDED6264E}" destId="{7103C4FE-7A4B-41EF-8814-669D0064B6EF}" srcOrd="0" destOrd="1" presId="urn:microsoft.com/office/officeart/2005/8/layout/hProcess11"/>
    <dgm:cxn modelId="{045F872C-6F96-45BD-A0D1-B2BAAA2C9F34}" type="presOf" srcId="{D2F2C182-046B-4B9B-B974-A78B86965302}" destId="{EFF3179C-BA86-48A5-AE19-133736CF259A}" srcOrd="0" destOrd="2" presId="urn:microsoft.com/office/officeart/2005/8/layout/hProcess11"/>
    <dgm:cxn modelId="{2DAF403A-6FDB-45EF-82DC-294993A69BF7}" srcId="{CA2BABAF-EDAA-4496-8316-FD6EA3643E8F}" destId="{8C6CA7B2-5264-4B2B-A181-105DD4B58A73}" srcOrd="2" destOrd="0" parTransId="{6E03B222-FFC3-4A65-BBD2-20AFFF489605}" sibTransId="{5FA1B31A-9D85-4E47-AD8E-CCE06DB68008}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248E6150-D0D5-4083-815B-C075F3C2014F}" srcId="{196543C5-093B-4437-B406-DBE4B882EA97}" destId="{D2F2C182-046B-4B9B-B974-A78B86965302}" srcOrd="1" destOrd="0" parTransId="{80B6181B-D4BC-4358-9B6D-1CF0BE8C11C4}" sibTransId="{A82089B1-8CD1-4050-A405-8BFBE62D920D}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6493D37C-10E1-4015-8F38-C459C9FE0434}" type="presOf" srcId="{196543C5-093B-4437-B406-DBE4B882EA97}" destId="{EFF3179C-BA86-48A5-AE19-133736CF259A}" srcOrd="0" destOrd="0" presId="urn:microsoft.com/office/officeart/2005/8/layout/hProcess11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CEF668A5-7C4D-44F2-9311-838C52E6954E}" type="presOf" srcId="{B4B31F6D-DECB-4D53-AFD4-116862127A0E}" destId="{6BE9C7FA-ABB2-4B14-9538-4618E86A2BFA}" srcOrd="0" destOrd="2" presId="urn:microsoft.com/office/officeart/2005/8/layout/hProcess11"/>
    <dgm:cxn modelId="{C95B7DAC-E171-4A6F-91AC-0B33249FBB2E}" type="presOf" srcId="{8C6CA7B2-5264-4B2B-A181-105DD4B58A73}" destId="{6BE9C7FA-ABB2-4B14-9538-4618E86A2BFA}" srcOrd="0" destOrd="3" presId="urn:microsoft.com/office/officeart/2005/8/layout/hProcess11"/>
    <dgm:cxn modelId="{6A28B0C6-79AA-413E-8608-DFCF3D19B72A}" srcId="{CA2BABAF-EDAA-4496-8316-FD6EA3643E8F}" destId="{B4B31F6D-DECB-4D53-AFD4-116862127A0E}" srcOrd="1" destOrd="0" parTransId="{6BEA65B4-AEDA-4CD8-B62C-3EB1F8C419E9}" sibTransId="{63854D28-63AB-471B-97BA-F8E898169B29}"/>
    <dgm:cxn modelId="{688ACBDB-6998-4F9F-9238-44B15D9E42FF}" type="presOf" srcId="{CA2BABAF-EDAA-4496-8316-FD6EA3643E8F}" destId="{6BE9C7FA-ABB2-4B14-9538-4618E86A2BFA}" srcOrd="0" destOrd="0" presId="urn:microsoft.com/office/officeart/2005/8/layout/hProcess11"/>
    <dgm:cxn modelId="{36BC43E1-745B-4EC3-A531-DC5923DF23CA}" type="presOf" srcId="{C485168C-07AD-4DE6-B17E-1E96E93777D7}" destId="{EFF3179C-BA86-48A5-AE19-133736CF259A}" srcOrd="0" destOrd="1" presId="urn:microsoft.com/office/officeart/2005/8/layout/hProcess11"/>
    <dgm:cxn modelId="{DC918D0F-8456-48F9-A509-BF1AADDE2EFF}" type="presParOf" srcId="{7F7D3F0A-88AE-44AB-92BC-B1AEC7CDD5CE}" destId="{1321859E-820F-42A1-A815-96F9E1091C18}" srcOrd="0" destOrd="0" presId="urn:microsoft.com/office/officeart/2005/8/layout/hProcess11"/>
    <dgm:cxn modelId="{12CCDA75-32D9-4C34-8FCA-C93054A10941}" type="presParOf" srcId="{7F7D3F0A-88AE-44AB-92BC-B1AEC7CDD5CE}" destId="{0C0EFEA6-53DB-4B11-B914-678B897CA613}" srcOrd="1" destOrd="0" presId="urn:microsoft.com/office/officeart/2005/8/layout/hProcess11"/>
    <dgm:cxn modelId="{74AA2CA1-FDB4-4AA2-9CC7-F2628F1BA9C7}" type="presParOf" srcId="{0C0EFEA6-53DB-4B11-B914-678B897CA613}" destId="{D1F8120B-2014-4539-8DB2-DF72EA65305F}" srcOrd="0" destOrd="0" presId="urn:microsoft.com/office/officeart/2005/8/layout/hProcess11"/>
    <dgm:cxn modelId="{92ED3496-5268-406B-99B8-871B18C0D280}" type="presParOf" srcId="{D1F8120B-2014-4539-8DB2-DF72EA65305F}" destId="{7103C4FE-7A4B-41EF-8814-669D0064B6EF}" srcOrd="0" destOrd="0" presId="urn:microsoft.com/office/officeart/2005/8/layout/hProcess11"/>
    <dgm:cxn modelId="{D6C1728F-3234-4F60-AD7E-D501821D4039}" type="presParOf" srcId="{D1F8120B-2014-4539-8DB2-DF72EA65305F}" destId="{69242FCE-B1A3-4CB0-90C2-CB5EC309668C}" srcOrd="1" destOrd="0" presId="urn:microsoft.com/office/officeart/2005/8/layout/hProcess11"/>
    <dgm:cxn modelId="{C255406D-FADF-4119-A76E-C2EA108506AB}" type="presParOf" srcId="{D1F8120B-2014-4539-8DB2-DF72EA65305F}" destId="{301F205F-64EC-4B0E-A2AD-D5977C935AF4}" srcOrd="2" destOrd="0" presId="urn:microsoft.com/office/officeart/2005/8/layout/hProcess11"/>
    <dgm:cxn modelId="{1CB20F17-F73F-4E62-A119-C25DC5444B40}" type="presParOf" srcId="{0C0EFEA6-53DB-4B11-B914-678B897CA613}" destId="{B3AB7B4B-B32A-45B9-A77C-F2AACFD79CA5}" srcOrd="1" destOrd="0" presId="urn:microsoft.com/office/officeart/2005/8/layout/hProcess11"/>
    <dgm:cxn modelId="{F2363F1C-C7C8-40C5-BCAC-4DE2A5D33D1A}" type="presParOf" srcId="{0C0EFEA6-53DB-4B11-B914-678B897CA613}" destId="{F9843CF7-0127-42E5-AC28-11FBD0D395A1}" srcOrd="2" destOrd="0" presId="urn:microsoft.com/office/officeart/2005/8/layout/hProcess11"/>
    <dgm:cxn modelId="{85F57BA0-90FA-4A33-9B01-87E506CEE39E}" type="presParOf" srcId="{F9843CF7-0127-42E5-AC28-11FBD0D395A1}" destId="{EFF3179C-BA86-48A5-AE19-133736CF259A}" srcOrd="0" destOrd="0" presId="urn:microsoft.com/office/officeart/2005/8/layout/hProcess11"/>
    <dgm:cxn modelId="{7B195113-FBF6-4A46-A37F-C5C210EA8DE5}" type="presParOf" srcId="{F9843CF7-0127-42E5-AC28-11FBD0D395A1}" destId="{A277EA48-7D40-41A3-AFF7-09A2C6BE8C48}" srcOrd="1" destOrd="0" presId="urn:microsoft.com/office/officeart/2005/8/layout/hProcess11"/>
    <dgm:cxn modelId="{F25FF26A-AF24-40BE-95F7-AF2213B44F18}" type="presParOf" srcId="{F9843CF7-0127-42E5-AC28-11FBD0D395A1}" destId="{12A16642-B3BB-4FA7-8043-3A2ACAAB3EFD}" srcOrd="2" destOrd="0" presId="urn:microsoft.com/office/officeart/2005/8/layout/hProcess11"/>
    <dgm:cxn modelId="{6FBFC8C6-D224-4F07-BD63-E4377C00FC7E}" type="presParOf" srcId="{0C0EFEA6-53DB-4B11-B914-678B897CA613}" destId="{66B84C84-45A2-4C61-AA12-3A3F75DB82F8}" srcOrd="3" destOrd="0" presId="urn:microsoft.com/office/officeart/2005/8/layout/hProcess11"/>
    <dgm:cxn modelId="{FE3A5084-8317-4357-AA5F-5E500EF4DFED}" type="presParOf" srcId="{0C0EFEA6-53DB-4B11-B914-678B897CA613}" destId="{A2386B6D-3F8F-4165-BFB8-B1E292409F7C}" srcOrd="4" destOrd="0" presId="urn:microsoft.com/office/officeart/2005/8/layout/hProcess11"/>
    <dgm:cxn modelId="{8E8489EE-F1D7-4BDC-AA61-E4D29181A462}" type="presParOf" srcId="{A2386B6D-3F8F-4165-BFB8-B1E292409F7C}" destId="{6BE9C7FA-ABB2-4B14-9538-4618E86A2BFA}" srcOrd="0" destOrd="0" presId="urn:microsoft.com/office/officeart/2005/8/layout/hProcess11"/>
    <dgm:cxn modelId="{8E505EC5-6BDB-4006-B791-741A4E12C844}" type="presParOf" srcId="{A2386B6D-3F8F-4165-BFB8-B1E292409F7C}" destId="{84728503-099A-418B-86F9-7F297D746992}" srcOrd="1" destOrd="0" presId="urn:microsoft.com/office/officeart/2005/8/layout/hProcess11"/>
    <dgm:cxn modelId="{D749BDAF-B16D-412F-978A-F48E68E1A91E}" type="presParOf" srcId="{A2386B6D-3F8F-4165-BFB8-B1E292409F7C}" destId="{88735BA5-EE4F-4604-8135-788606BEA974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CB702E-2A68-44B1-A94A-6350981D6701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59EDB57-51C7-4DE5-9C33-0E2FD005EF56}">
      <dgm:prSet custT="1"/>
      <dgm:spPr/>
      <dgm:t>
        <a:bodyPr/>
        <a:lstStyle/>
        <a:p>
          <a:r>
            <a:rPr lang="en-IN" sz="20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622B82-F94A-44E4-A9F3-8E7A4806A17E}" type="parTrans" cxnId="{2B7F5AB0-E8FA-4C21-859A-B8862D768FC7}">
      <dgm:prSet/>
      <dgm:spPr/>
      <dgm:t>
        <a:bodyPr/>
        <a:lstStyle/>
        <a:p>
          <a:endParaRPr lang="en-IN"/>
        </a:p>
      </dgm:t>
    </dgm:pt>
    <dgm:pt modelId="{E8C5222A-0441-4236-86A8-829745B1552B}" type="sibTrans" cxnId="{2B7F5AB0-E8FA-4C21-859A-B8862D768FC7}">
      <dgm:prSet/>
      <dgm:spPr/>
      <dgm:t>
        <a:bodyPr/>
        <a:lstStyle/>
        <a:p>
          <a:endParaRPr lang="en-IN"/>
        </a:p>
      </dgm:t>
    </dgm:pt>
    <dgm:pt modelId="{C3E6A5CD-AD16-4C4A-B310-115000AC5EAC}">
      <dgm:prSet custT="1"/>
      <dgm:spPr/>
      <dgm:t>
        <a:bodyPr/>
        <a:lstStyle/>
        <a:p>
          <a:r>
            <a:rPr lang="en-US" sz="1400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insertTrie</a:t>
          </a:r>
          <a:r>
            <a:rPr lang="en-US" sz="14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(root, word):</a:t>
          </a:r>
        </a:p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Adds a word to the Trie.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D150D6-9389-4B12-951A-8EFA677DF7C4}" type="parTrans" cxnId="{825BFA3F-4916-415E-92D1-39218CCBFFF4}">
      <dgm:prSet/>
      <dgm:spPr/>
      <dgm:t>
        <a:bodyPr/>
        <a:lstStyle/>
        <a:p>
          <a:endParaRPr lang="en-IN"/>
        </a:p>
      </dgm:t>
    </dgm:pt>
    <dgm:pt modelId="{B12887A9-9865-4668-AE64-8EC6C482E3FB}" type="sibTrans" cxnId="{825BFA3F-4916-415E-92D1-39218CCBFFF4}">
      <dgm:prSet/>
      <dgm:spPr/>
      <dgm:t>
        <a:bodyPr/>
        <a:lstStyle/>
        <a:p>
          <a:endParaRPr lang="en-IN"/>
        </a:p>
      </dgm:t>
    </dgm:pt>
    <dgm:pt modelId="{D27F025F-2316-4CFF-ACEB-287B8A164A0B}">
      <dgm:prSet custT="1"/>
      <dgm:spPr/>
      <dgm:t>
        <a:bodyPr/>
        <a:lstStyle/>
        <a:p>
          <a:r>
            <a:rPr lang="en-US" sz="1400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searchTrie</a:t>
          </a:r>
          <a:r>
            <a:rPr lang="en-US" sz="14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(root, word):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Checks word presence.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2734AC-AF18-4942-A189-7AF4E0973ED4}" type="parTrans" cxnId="{4E3EE46A-F906-4089-A790-98F4EF998A57}">
      <dgm:prSet/>
      <dgm:spPr/>
      <dgm:t>
        <a:bodyPr/>
        <a:lstStyle/>
        <a:p>
          <a:endParaRPr lang="en-IN"/>
        </a:p>
      </dgm:t>
    </dgm:pt>
    <dgm:pt modelId="{A4CE9773-188E-4251-A1E9-E1F5F2113ECE}" type="sibTrans" cxnId="{4E3EE46A-F906-4089-A790-98F4EF998A57}">
      <dgm:prSet/>
      <dgm:spPr/>
      <dgm:t>
        <a:bodyPr/>
        <a:lstStyle/>
        <a:p>
          <a:endParaRPr lang="en-IN"/>
        </a:p>
      </dgm:t>
    </dgm:pt>
    <dgm:pt modelId="{CDEB5849-A322-4BDF-8CFB-01D72F83DBB0}">
      <dgm:prSet custT="1"/>
      <dgm:spPr/>
      <dgm:t>
        <a:bodyPr/>
        <a:lstStyle/>
        <a:p>
          <a:r>
            <a:rPr lang="en-US" sz="1400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matchScoreUsingTrie</a:t>
          </a:r>
          <a:r>
            <a:rPr lang="en-US" sz="14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1400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modelAns</a:t>
          </a:r>
          <a:r>
            <a:rPr lang="en-US" sz="14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studAns</a:t>
          </a:r>
          <a:r>
            <a:rPr lang="en-US" sz="14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Compares answers to generate similarity score.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4FA085-9FBD-4E15-A26C-6474D058C7B5}" type="parTrans" cxnId="{B1F8BA72-514E-4022-904E-C1594B1EF3EB}">
      <dgm:prSet/>
      <dgm:spPr/>
      <dgm:t>
        <a:bodyPr/>
        <a:lstStyle/>
        <a:p>
          <a:endParaRPr lang="en-IN"/>
        </a:p>
      </dgm:t>
    </dgm:pt>
    <dgm:pt modelId="{0879D1D2-A398-4C2C-B064-DC35F19D5AAF}" type="sibTrans" cxnId="{B1F8BA72-514E-4022-904E-C1594B1EF3EB}">
      <dgm:prSet/>
      <dgm:spPr/>
      <dgm:t>
        <a:bodyPr/>
        <a:lstStyle/>
        <a:p>
          <a:endParaRPr lang="en-IN"/>
        </a:p>
      </dgm:t>
    </dgm:pt>
    <dgm:pt modelId="{6883D415-3CBA-499D-8B45-70D4C565239C}" type="pres">
      <dgm:prSet presAssocID="{26CB702E-2A68-44B1-A94A-6350981D6701}" presName="compositeShape" presStyleCnt="0">
        <dgm:presLayoutVars>
          <dgm:dir/>
          <dgm:resizeHandles/>
        </dgm:presLayoutVars>
      </dgm:prSet>
      <dgm:spPr/>
    </dgm:pt>
    <dgm:pt modelId="{562AAD6E-BEDE-44F3-A8F0-B1678BC823DC}" type="pres">
      <dgm:prSet presAssocID="{26CB702E-2A68-44B1-A94A-6350981D6701}" presName="pyramid" presStyleLbl="node1" presStyleIdx="0" presStyleCnt="1" custLinFactNeighborX="-243"/>
      <dgm:spPr/>
    </dgm:pt>
    <dgm:pt modelId="{AB7E98D9-46CD-469E-AD5D-FAA0F029BAF2}" type="pres">
      <dgm:prSet presAssocID="{26CB702E-2A68-44B1-A94A-6350981D6701}" presName="theList" presStyleCnt="0"/>
      <dgm:spPr/>
    </dgm:pt>
    <dgm:pt modelId="{0FFB1AE3-FC30-4F1B-9907-38E22BC90299}" type="pres">
      <dgm:prSet presAssocID="{B59EDB57-51C7-4DE5-9C33-0E2FD005EF56}" presName="aNode" presStyleLbl="fgAcc1" presStyleIdx="0" presStyleCnt="4">
        <dgm:presLayoutVars>
          <dgm:bulletEnabled val="1"/>
        </dgm:presLayoutVars>
      </dgm:prSet>
      <dgm:spPr/>
    </dgm:pt>
    <dgm:pt modelId="{D7AD6A50-CB95-4781-9702-7E18E1BCEA32}" type="pres">
      <dgm:prSet presAssocID="{B59EDB57-51C7-4DE5-9C33-0E2FD005EF56}" presName="aSpace" presStyleCnt="0"/>
      <dgm:spPr/>
    </dgm:pt>
    <dgm:pt modelId="{17E1473A-0EE5-49DA-A8E4-102BAB9CB200}" type="pres">
      <dgm:prSet presAssocID="{C3E6A5CD-AD16-4C4A-B310-115000AC5EAC}" presName="aNode" presStyleLbl="fgAcc1" presStyleIdx="1" presStyleCnt="4">
        <dgm:presLayoutVars>
          <dgm:bulletEnabled val="1"/>
        </dgm:presLayoutVars>
      </dgm:prSet>
      <dgm:spPr/>
    </dgm:pt>
    <dgm:pt modelId="{E46C9CBD-151A-4846-8F3F-EF985304F39E}" type="pres">
      <dgm:prSet presAssocID="{C3E6A5CD-AD16-4C4A-B310-115000AC5EAC}" presName="aSpace" presStyleCnt="0"/>
      <dgm:spPr/>
    </dgm:pt>
    <dgm:pt modelId="{C862F7AE-B1A5-43B9-8110-108CAE39F7F8}" type="pres">
      <dgm:prSet presAssocID="{D27F025F-2316-4CFF-ACEB-287B8A164A0B}" presName="aNode" presStyleLbl="fgAcc1" presStyleIdx="2" presStyleCnt="4">
        <dgm:presLayoutVars>
          <dgm:bulletEnabled val="1"/>
        </dgm:presLayoutVars>
      </dgm:prSet>
      <dgm:spPr/>
    </dgm:pt>
    <dgm:pt modelId="{D60441C2-4BD7-4777-B3F1-DF26FA5B0F5F}" type="pres">
      <dgm:prSet presAssocID="{D27F025F-2316-4CFF-ACEB-287B8A164A0B}" presName="aSpace" presStyleCnt="0"/>
      <dgm:spPr/>
    </dgm:pt>
    <dgm:pt modelId="{7ACDF3F4-5037-4545-AF66-384A464B248A}" type="pres">
      <dgm:prSet presAssocID="{CDEB5849-A322-4BDF-8CFB-01D72F83DBB0}" presName="aNode" presStyleLbl="fgAcc1" presStyleIdx="3" presStyleCnt="4" custScaleX="107247" custScaleY="162138">
        <dgm:presLayoutVars>
          <dgm:bulletEnabled val="1"/>
        </dgm:presLayoutVars>
      </dgm:prSet>
      <dgm:spPr/>
    </dgm:pt>
    <dgm:pt modelId="{AE0640F2-ABA7-47E3-ADEE-7CC50040C28B}" type="pres">
      <dgm:prSet presAssocID="{CDEB5849-A322-4BDF-8CFB-01D72F83DBB0}" presName="aSpace" presStyleCnt="0"/>
      <dgm:spPr/>
    </dgm:pt>
  </dgm:ptLst>
  <dgm:cxnLst>
    <dgm:cxn modelId="{825BFA3F-4916-415E-92D1-39218CCBFFF4}" srcId="{26CB702E-2A68-44B1-A94A-6350981D6701}" destId="{C3E6A5CD-AD16-4C4A-B310-115000AC5EAC}" srcOrd="1" destOrd="0" parTransId="{D1D150D6-9389-4B12-951A-8EFA677DF7C4}" sibTransId="{B12887A9-9865-4668-AE64-8EC6C482E3FB}"/>
    <dgm:cxn modelId="{4E3EE46A-F906-4089-A790-98F4EF998A57}" srcId="{26CB702E-2A68-44B1-A94A-6350981D6701}" destId="{D27F025F-2316-4CFF-ACEB-287B8A164A0B}" srcOrd="2" destOrd="0" parTransId="{D52734AC-AF18-4942-A189-7AF4E0973ED4}" sibTransId="{A4CE9773-188E-4251-A1E9-E1F5F2113ECE}"/>
    <dgm:cxn modelId="{B1F8BA72-514E-4022-904E-C1594B1EF3EB}" srcId="{26CB702E-2A68-44B1-A94A-6350981D6701}" destId="{CDEB5849-A322-4BDF-8CFB-01D72F83DBB0}" srcOrd="3" destOrd="0" parTransId="{5F4FA085-9FBD-4E15-A26C-6474D058C7B5}" sibTransId="{0879D1D2-A398-4C2C-B064-DC35F19D5AAF}"/>
    <dgm:cxn modelId="{DE3EBF5A-DDF7-4765-BFF0-F62805D6B5B6}" type="presOf" srcId="{C3E6A5CD-AD16-4C4A-B310-115000AC5EAC}" destId="{17E1473A-0EE5-49DA-A8E4-102BAB9CB200}" srcOrd="0" destOrd="0" presId="urn:microsoft.com/office/officeart/2005/8/layout/pyramid2"/>
    <dgm:cxn modelId="{EC134C8B-AC4E-4187-B78E-09A6310F0739}" type="presOf" srcId="{D27F025F-2316-4CFF-ACEB-287B8A164A0B}" destId="{C862F7AE-B1A5-43B9-8110-108CAE39F7F8}" srcOrd="0" destOrd="0" presId="urn:microsoft.com/office/officeart/2005/8/layout/pyramid2"/>
    <dgm:cxn modelId="{0ED4B4A9-2FC1-434D-B0FC-3CCF231D5519}" type="presOf" srcId="{CDEB5849-A322-4BDF-8CFB-01D72F83DBB0}" destId="{7ACDF3F4-5037-4545-AF66-384A464B248A}" srcOrd="0" destOrd="0" presId="urn:microsoft.com/office/officeart/2005/8/layout/pyramid2"/>
    <dgm:cxn modelId="{2B7F5AB0-E8FA-4C21-859A-B8862D768FC7}" srcId="{26CB702E-2A68-44B1-A94A-6350981D6701}" destId="{B59EDB57-51C7-4DE5-9C33-0E2FD005EF56}" srcOrd="0" destOrd="0" parTransId="{C5622B82-F94A-44E4-A9F3-8E7A4806A17E}" sibTransId="{E8C5222A-0441-4236-86A8-829745B1552B}"/>
    <dgm:cxn modelId="{DAE6A3BD-00C5-4F08-87A1-CA735AEA2E48}" type="presOf" srcId="{26CB702E-2A68-44B1-A94A-6350981D6701}" destId="{6883D415-3CBA-499D-8B45-70D4C565239C}" srcOrd="0" destOrd="0" presId="urn:microsoft.com/office/officeart/2005/8/layout/pyramid2"/>
    <dgm:cxn modelId="{68E46ECA-54E3-44F6-A092-AFCD1D9DBF8A}" type="presOf" srcId="{B59EDB57-51C7-4DE5-9C33-0E2FD005EF56}" destId="{0FFB1AE3-FC30-4F1B-9907-38E22BC90299}" srcOrd="0" destOrd="0" presId="urn:microsoft.com/office/officeart/2005/8/layout/pyramid2"/>
    <dgm:cxn modelId="{F3ECF791-6CB8-4547-9977-A3F0ABBE9666}" type="presParOf" srcId="{6883D415-3CBA-499D-8B45-70D4C565239C}" destId="{562AAD6E-BEDE-44F3-A8F0-B1678BC823DC}" srcOrd="0" destOrd="0" presId="urn:microsoft.com/office/officeart/2005/8/layout/pyramid2"/>
    <dgm:cxn modelId="{85C617CC-31A2-419F-88D5-5312D7DBE72A}" type="presParOf" srcId="{6883D415-3CBA-499D-8B45-70D4C565239C}" destId="{AB7E98D9-46CD-469E-AD5D-FAA0F029BAF2}" srcOrd="1" destOrd="0" presId="urn:microsoft.com/office/officeart/2005/8/layout/pyramid2"/>
    <dgm:cxn modelId="{1C7E9F5C-5B7D-4673-B68C-622F25E9599A}" type="presParOf" srcId="{AB7E98D9-46CD-469E-AD5D-FAA0F029BAF2}" destId="{0FFB1AE3-FC30-4F1B-9907-38E22BC90299}" srcOrd="0" destOrd="0" presId="urn:microsoft.com/office/officeart/2005/8/layout/pyramid2"/>
    <dgm:cxn modelId="{6BAB41A6-DC7E-4F39-A8D7-F84D5C5E674E}" type="presParOf" srcId="{AB7E98D9-46CD-469E-AD5D-FAA0F029BAF2}" destId="{D7AD6A50-CB95-4781-9702-7E18E1BCEA32}" srcOrd="1" destOrd="0" presId="urn:microsoft.com/office/officeart/2005/8/layout/pyramid2"/>
    <dgm:cxn modelId="{02A605E9-A020-47F0-BD87-45887BF065D6}" type="presParOf" srcId="{AB7E98D9-46CD-469E-AD5D-FAA0F029BAF2}" destId="{17E1473A-0EE5-49DA-A8E4-102BAB9CB200}" srcOrd="2" destOrd="0" presId="urn:microsoft.com/office/officeart/2005/8/layout/pyramid2"/>
    <dgm:cxn modelId="{48FA8519-332D-47D3-A0FC-9168ADC1E4B2}" type="presParOf" srcId="{AB7E98D9-46CD-469E-AD5D-FAA0F029BAF2}" destId="{E46C9CBD-151A-4846-8F3F-EF985304F39E}" srcOrd="3" destOrd="0" presId="urn:microsoft.com/office/officeart/2005/8/layout/pyramid2"/>
    <dgm:cxn modelId="{CCD50825-C45B-475F-AA8C-9BF8D5ECA2C6}" type="presParOf" srcId="{AB7E98D9-46CD-469E-AD5D-FAA0F029BAF2}" destId="{C862F7AE-B1A5-43B9-8110-108CAE39F7F8}" srcOrd="4" destOrd="0" presId="urn:microsoft.com/office/officeart/2005/8/layout/pyramid2"/>
    <dgm:cxn modelId="{F6E9500C-7C33-424F-A5BD-3E1A2C709BE9}" type="presParOf" srcId="{AB7E98D9-46CD-469E-AD5D-FAA0F029BAF2}" destId="{D60441C2-4BD7-4777-B3F1-DF26FA5B0F5F}" srcOrd="5" destOrd="0" presId="urn:microsoft.com/office/officeart/2005/8/layout/pyramid2"/>
    <dgm:cxn modelId="{893EF275-C664-453F-B49C-4513AB293A1F}" type="presParOf" srcId="{AB7E98D9-46CD-469E-AD5D-FAA0F029BAF2}" destId="{7ACDF3F4-5037-4545-AF66-384A464B248A}" srcOrd="6" destOrd="0" presId="urn:microsoft.com/office/officeart/2005/8/layout/pyramid2"/>
    <dgm:cxn modelId="{1AD36FEE-8F95-4E80-972F-4729B46936DA}" type="presParOf" srcId="{AB7E98D9-46CD-469E-AD5D-FAA0F029BAF2}" destId="{AE0640F2-ABA7-47E3-ADEE-7CC50040C28B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56300-BD26-4EAC-9580-C43942FD4A14}">
      <dsp:nvSpPr>
        <dsp:cNvPr id="0" name=""/>
        <dsp:cNvSpPr/>
      </dsp:nvSpPr>
      <dsp:spPr>
        <a:xfrm rot="5400000">
          <a:off x="3874569" y="-1546375"/>
          <a:ext cx="707231" cy="39794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Simple sequential storage, easy traversal.</a:t>
          </a:r>
        </a:p>
      </dsp:txBody>
      <dsp:txXfrm rot="-5400000">
        <a:off x="2238451" y="124267"/>
        <a:ext cx="3944944" cy="638183"/>
      </dsp:txXfrm>
    </dsp:sp>
    <dsp:sp modelId="{4A36C678-0DE7-411B-8500-A2CE751A6BAD}">
      <dsp:nvSpPr>
        <dsp:cNvPr id="0" name=""/>
        <dsp:cNvSpPr/>
      </dsp:nvSpPr>
      <dsp:spPr>
        <a:xfrm>
          <a:off x="0" y="1339"/>
          <a:ext cx="2238451" cy="884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Array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Stores list of questions and answers in sequence.</a:t>
          </a:r>
        </a:p>
      </dsp:txBody>
      <dsp:txXfrm>
        <a:off x="43155" y="44494"/>
        <a:ext cx="2152141" cy="797729"/>
      </dsp:txXfrm>
    </dsp:sp>
    <dsp:sp modelId="{F215B64E-24FA-4600-9667-7084294AF780}">
      <dsp:nvSpPr>
        <dsp:cNvPr id="0" name=""/>
        <dsp:cNvSpPr/>
      </dsp:nvSpPr>
      <dsp:spPr>
        <a:xfrm rot="5400000">
          <a:off x="3874569" y="-618134"/>
          <a:ext cx="707231" cy="39794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quick lookup and prevents duplication.</a:t>
          </a:r>
        </a:p>
      </dsp:txBody>
      <dsp:txXfrm rot="-5400000">
        <a:off x="2238451" y="1052508"/>
        <a:ext cx="3944944" cy="638183"/>
      </dsp:txXfrm>
    </dsp:sp>
    <dsp:sp modelId="{80936BF9-0938-4177-911D-C2C2B4F1C45E}">
      <dsp:nvSpPr>
        <dsp:cNvPr id="0" name=""/>
        <dsp:cNvSpPr/>
      </dsp:nvSpPr>
      <dsp:spPr>
        <a:xfrm>
          <a:off x="0" y="929580"/>
          <a:ext cx="2238451" cy="884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Hash Map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Maps each question to its model answer.</a:t>
          </a:r>
        </a:p>
      </dsp:txBody>
      <dsp:txXfrm>
        <a:off x="43155" y="972735"/>
        <a:ext cx="2152141" cy="797729"/>
      </dsp:txXfrm>
    </dsp:sp>
    <dsp:sp modelId="{D8CDE5B3-064F-486E-87A1-A44DE0F8B6AA}">
      <dsp:nvSpPr>
        <dsp:cNvPr id="0" name=""/>
        <dsp:cNvSpPr/>
      </dsp:nvSpPr>
      <dsp:spPr>
        <a:xfrm rot="5400000">
          <a:off x="3874569" y="310106"/>
          <a:ext cx="707231" cy="39794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Ideal for prefix-based string matching</a:t>
          </a:r>
        </a:p>
      </dsp:txBody>
      <dsp:txXfrm rot="-5400000">
        <a:off x="2238451" y="1980748"/>
        <a:ext cx="3944944" cy="638183"/>
      </dsp:txXfrm>
    </dsp:sp>
    <dsp:sp modelId="{78D6AB12-DCD5-47A1-94CC-35069AA988EE}">
      <dsp:nvSpPr>
        <dsp:cNvPr id="0" name=""/>
        <dsp:cNvSpPr/>
      </dsp:nvSpPr>
      <dsp:spPr>
        <a:xfrm>
          <a:off x="0" y="1857821"/>
          <a:ext cx="2238451" cy="884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Trie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Handles text similarity comparison efficiently.</a:t>
          </a:r>
        </a:p>
      </dsp:txBody>
      <dsp:txXfrm>
        <a:off x="43155" y="1900976"/>
        <a:ext cx="2152141" cy="7977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32497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4428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Abstract Data Type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HashMap                                      &lt;Key, Value&gt;</a:t>
          </a:r>
        </a:p>
      </dsp:txBody>
      <dsp:txXfrm>
        <a:off x="4428" y="0"/>
        <a:ext cx="2922854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3179C-BA86-48A5-AE19-133736CF259A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1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→ Question (String)</a:t>
          </a:r>
        </a:p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Value → Model Answer (String)</a:t>
          </a:r>
        </a:p>
      </dsp:txBody>
      <dsp:txXfrm>
        <a:off x="3073425" y="1864995"/>
        <a:ext cx="2922854" cy="1243330"/>
      </dsp:txXfrm>
    </dsp:sp>
    <dsp:sp modelId="{A277EA48-7D40-41A3-AFF7-09A2C6BE8C48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9C7FA-ABB2-4B14-9538-4618E86A2BFA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insertHash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(q, a):            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Insert question and answer pair.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searchHash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(q):          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Retrieve model answer.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hashFunction</a:t>
          </a:r>
          <a:r>
            <a:rPr lang="en-IN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(str): 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Generates hash index using ASCII-based computation.</a:t>
          </a:r>
        </a:p>
      </dsp:txBody>
      <dsp:txXfrm>
        <a:off x="6142422" y="0"/>
        <a:ext cx="2922854" cy="1243330"/>
      </dsp:txXfrm>
    </dsp:sp>
    <dsp:sp modelId="{84728503-099A-418B-86F9-7F297D74699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AAD6E-BEDE-44F3-A8F0-B1678BC823DC}">
      <dsp:nvSpPr>
        <dsp:cNvPr id="0" name=""/>
        <dsp:cNvSpPr/>
      </dsp:nvSpPr>
      <dsp:spPr>
        <a:xfrm>
          <a:off x="558872" y="0"/>
          <a:ext cx="4041057" cy="404105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B1AE3-FC30-4F1B-9907-38E22BC90299}">
      <dsp:nvSpPr>
        <dsp:cNvPr id="0" name=""/>
        <dsp:cNvSpPr/>
      </dsp:nvSpPr>
      <dsp:spPr>
        <a:xfrm>
          <a:off x="2589220" y="405691"/>
          <a:ext cx="2626687" cy="6306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0005" y="436476"/>
        <a:ext cx="2565117" cy="569055"/>
      </dsp:txXfrm>
    </dsp:sp>
    <dsp:sp modelId="{17E1473A-0EE5-49DA-A8E4-102BAB9CB200}">
      <dsp:nvSpPr>
        <dsp:cNvPr id="0" name=""/>
        <dsp:cNvSpPr/>
      </dsp:nvSpPr>
      <dsp:spPr>
        <a:xfrm>
          <a:off x="2589220" y="1115145"/>
          <a:ext cx="2626687" cy="6306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insertTrie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(root, word):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Adds a word to the Trie.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0005" y="1145930"/>
        <a:ext cx="2565117" cy="569055"/>
      </dsp:txXfrm>
    </dsp:sp>
    <dsp:sp modelId="{C862F7AE-B1A5-43B9-8110-108CAE39F7F8}">
      <dsp:nvSpPr>
        <dsp:cNvPr id="0" name=""/>
        <dsp:cNvSpPr/>
      </dsp:nvSpPr>
      <dsp:spPr>
        <a:xfrm>
          <a:off x="2589220" y="1824599"/>
          <a:ext cx="2626687" cy="6306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searchTrie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(root, word):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Checks word presence.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0005" y="1855384"/>
        <a:ext cx="2565117" cy="569055"/>
      </dsp:txXfrm>
    </dsp:sp>
    <dsp:sp modelId="{7ACDF3F4-5037-4545-AF66-384A464B248A}">
      <dsp:nvSpPr>
        <dsp:cNvPr id="0" name=""/>
        <dsp:cNvSpPr/>
      </dsp:nvSpPr>
      <dsp:spPr>
        <a:xfrm>
          <a:off x="2494042" y="2534053"/>
          <a:ext cx="2817043" cy="102248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matchScoreUsingTrie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modelAns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studAns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Compares answers to generate similarity score.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43956" y="2583967"/>
        <a:ext cx="2717215" cy="922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57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81" y="1029929"/>
            <a:ext cx="41148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E3C4E"/>
                </a:solidFill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Quiz Answer Auto-grader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BCB181-97C8-8B80-17D8-AB748B47CB70}"/>
              </a:ext>
            </a:extLst>
          </p:cNvPr>
          <p:cNvSpPr txBox="1">
            <a:spLocks/>
          </p:cNvSpPr>
          <p:nvPr/>
        </p:nvSpPr>
        <p:spPr>
          <a:xfrm>
            <a:off x="1116550" y="3941262"/>
            <a:ext cx="4224431" cy="1886809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None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Team Name: Queue Crew</a:t>
            </a:r>
          </a:p>
          <a:p>
            <a:r>
              <a:rPr lang="en-US" sz="1600" b="1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Members: </a:t>
            </a:r>
          </a:p>
          <a:p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Ayushi Srivastava (PES1UG24CS105)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Bhoomika Dayanand </a:t>
            </a:r>
            <a:r>
              <a:rPr lang="en-US" sz="1600" dirty="0" err="1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Jituri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(PES1UG25CS807)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Ashritha Kamalakar Hegde (PES1UG24CS089)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Pranav K (PES1UG25CS819)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2757B90-A9B8-FDE1-0CF9-6AE2C510DFB6}"/>
              </a:ext>
            </a:extLst>
          </p:cNvPr>
          <p:cNvSpPr txBox="1">
            <a:spLocks/>
          </p:cNvSpPr>
          <p:nvPr/>
        </p:nvSpPr>
        <p:spPr>
          <a:xfrm>
            <a:off x="879594" y="2116885"/>
            <a:ext cx="4807974" cy="1651820"/>
          </a:xfrm>
          <a:prstGeom prst="rect">
            <a:avLst/>
          </a:prstGeom>
          <a:noFill/>
        </p:spPr>
        <p:txBody>
          <a:bodyPr vert="horz" lIns="0" tIns="0" rIns="0" bIns="0" rtlCol="0"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7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 algn="ctr">
              <a:buNone/>
            </a:pPr>
            <a:r>
              <a:rPr lang="en-US" sz="17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grading of short-answer quizzes is time-consuming and inconsistent. This project automates the grading process by comparing each student’s response with the model answer and generating a similarity score.</a:t>
            </a:r>
            <a:endParaRPr lang="en-IN" sz="17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Placeholder 17" descr="A hand holding a blue circle with icons on it&#10;&#10;AI-generated content may be incorrect.">
            <a:extLst>
              <a:ext uri="{FF2B5EF4-FFF2-40B4-BE49-F238E27FC236}">
                <a16:creationId xmlns:a16="http://schemas.microsoft.com/office/drawing/2014/main" id="{B71CD312-724A-95C7-847A-D9084AD9A2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939" r="12939"/>
          <a:stretch>
            <a:fillRect/>
          </a:stretch>
        </p:blipFill>
        <p:spPr>
          <a:xfrm>
            <a:off x="5889523" y="1435608"/>
            <a:ext cx="5584722" cy="3881224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Reason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B5EA01-AA2A-FBFB-441E-DD872885E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863866"/>
              </p:ext>
            </p:extLst>
          </p:nvPr>
        </p:nvGraphicFramePr>
        <p:xfrm>
          <a:off x="5182780" y="2780071"/>
          <a:ext cx="621792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Placeholder 13" descr="A diagram of a network&#10;&#10;AI-generated content may be incorrect.">
            <a:extLst>
              <a:ext uri="{FF2B5EF4-FFF2-40B4-BE49-F238E27FC236}">
                <a16:creationId xmlns:a16="http://schemas.microsoft.com/office/drawing/2014/main" id="{D308C540-4935-C554-4B18-EEE59DA33A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/>
          <a:srcRect l="13826" r="138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anchor="t" anchorCtr="0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ADT of HashMap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 descr="Basic timeline SmartArt graphic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8078634"/>
              </p:ext>
            </p:extLst>
          </p:nvPr>
        </p:nvGraphicFramePr>
        <p:xfrm>
          <a:off x="1280160" y="2377758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D36A2E-2FA6-C309-378B-508E612E96BD}"/>
              </a:ext>
            </a:extLst>
          </p:cNvPr>
          <p:cNvSpPr txBox="1"/>
          <p:nvPr/>
        </p:nvSpPr>
        <p:spPr>
          <a:xfrm>
            <a:off x="1288026" y="5576054"/>
            <a:ext cx="961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storing model answers for each question efficiently.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O(1) average time complexity with chaining for collision handling.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435" y="1050925"/>
            <a:ext cx="9820656" cy="914400"/>
          </a:xfrm>
          <a:noFill/>
        </p:spPr>
        <p:txBody>
          <a:bodyPr anchor="t" anchorCtr="0"/>
          <a:lstStyle/>
          <a:p>
            <a:r>
              <a:rPr lang="en-US" b="1" dirty="0"/>
              <a:t>ADT of array &amp; Trie (Prefix Tree)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143" y="1965324"/>
            <a:ext cx="5511670" cy="3914366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Array(ADT):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quiz questions and student responses sequentially.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Contains: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ID and corresponding answer string.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 for access using index; O(n) for traversal and comparison.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Trie(ADT):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</a:t>
            </a:r>
          </a:p>
          <a:p>
            <a:pPr marL="514350" lvl="1" indent="-285750">
              <a:lnSpc>
                <a:spcPct val="100000"/>
              </a:lnSpc>
              <a:spcBef>
                <a:spcPts val="0"/>
              </a:spcBef>
              <a:buClrTx/>
              <a:buSzPct val="50000"/>
              <a:buFont typeface="Arial" panose="020B0604020202020204" pitchFamily="34" charset="0"/>
              <a:buChar char="•"/>
              <a:defRPr/>
            </a:pPr>
            <a:r>
              <a:rPr 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 children node pointers (a–z)</a:t>
            </a:r>
          </a:p>
          <a:p>
            <a:pPr marL="514350" lvl="1" indent="-285750">
              <a:lnSpc>
                <a:spcPct val="100000"/>
              </a:lnSpc>
              <a:spcBef>
                <a:spcPts val="0"/>
              </a:spcBef>
              <a:buClrTx/>
              <a:buSzPct val="50000"/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flag: </a:t>
            </a:r>
            <a:r>
              <a:rPr lang="en-US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isEndOfWord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 prefix-based storage and searching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SzPct val="50000"/>
              <a:buNone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50000"/>
              <a:buFont typeface="Arial" panose="020B0604020202020204" pitchFamily="34" charset="0"/>
              <a:buNone/>
              <a:tabLst/>
              <a:defRPr/>
            </a:pPr>
            <a:endParaRPr lang="en-US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50000"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50000"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9314C71-8E6F-FB38-3604-61C5888E3B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7301851"/>
              </p:ext>
            </p:extLst>
          </p:nvPr>
        </p:nvGraphicFramePr>
        <p:xfrm>
          <a:off x="5889435" y="1766018"/>
          <a:ext cx="5879778" cy="4041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57FA-E6AA-1761-FBE2-9F1D7EBE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Screenshots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1A985-BE28-0053-E94D-D48D4C7DC7A8}"/>
              </a:ext>
            </a:extLst>
          </p:cNvPr>
          <p:cNvSpPr txBox="1"/>
          <p:nvPr/>
        </p:nvSpPr>
        <p:spPr>
          <a:xfrm>
            <a:off x="2064486" y="5437554"/>
            <a:ext cx="2245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Window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CCD5B-C0B1-C569-8EBA-EB25AD496BC3}"/>
              </a:ext>
            </a:extLst>
          </p:cNvPr>
          <p:cNvSpPr txBox="1"/>
          <p:nvPr/>
        </p:nvSpPr>
        <p:spPr>
          <a:xfrm>
            <a:off x="7774001" y="5437554"/>
            <a:ext cx="280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Auto-graded output window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5DE1BA-065F-D7C2-1E60-AF7061810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218" y="1796583"/>
            <a:ext cx="5329730" cy="3422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 descr="A screenshot of a quiz test&#10;&#10;AI-generated content may be incorrect.">
            <a:extLst>
              <a:ext uri="{FF2B5EF4-FFF2-40B4-BE49-F238E27FC236}">
                <a16:creationId xmlns:a16="http://schemas.microsoft.com/office/drawing/2014/main" id="{040597C9-B237-5F5C-177F-D1842534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5" y="1796583"/>
            <a:ext cx="5651685" cy="33835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2377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97280"/>
            <a:ext cx="9601200" cy="914400"/>
          </a:xfrm>
          <a:noFill/>
        </p:spPr>
        <p:txBody>
          <a:bodyPr anchor="t" anchorCtr="0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of 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60750179"/>
              </p:ext>
            </p:extLst>
          </p:nvPr>
        </p:nvGraphicFramePr>
        <p:xfrm>
          <a:off x="3260059" y="2312374"/>
          <a:ext cx="5671882" cy="27334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35941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835941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</a:tblGrid>
              <a:tr h="52334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52334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Ayushi Srivastava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Logic &amp; GUI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52334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Bhoomika Dayanand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Jituri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Map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52334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Ashritha Kamalakar Hegde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Trie Integration &amp;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52334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 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35D318-5A90-1E7A-5A42-30038C75706A}"/>
              </a:ext>
            </a:extLst>
          </p:cNvPr>
          <p:cNvSpPr txBox="1"/>
          <p:nvPr/>
        </p:nvSpPr>
        <p:spPr>
          <a:xfrm>
            <a:off x="2067232" y="5346516"/>
            <a:ext cx="8057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member contributed significantly to design, coding, testing,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1358" y="1983167"/>
            <a:ext cx="7439557" cy="3777553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automates grading of short-answer quizzes using C language.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Array, Hash Map, and Trie for high accuracy and speed.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consistent evaluation.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adds interactivity and ease of use.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use of data structures in real-world systems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                                                                                                                  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improvement: integrate ML for semantic grading.”)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Automating Education – One quiz at a time..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52" y="300126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TEAM Queue Crew</a:t>
            </a:r>
          </a:p>
        </p:txBody>
      </p:sp>
      <p:pic>
        <p:nvPicPr>
          <p:cNvPr id="8" name="Picture Placeholder 7" descr="'The End' typed on a typewriter">
            <a:extLst>
              <a:ext uri="{FF2B5EF4-FFF2-40B4-BE49-F238E27FC236}">
                <a16:creationId xmlns:a16="http://schemas.microsoft.com/office/drawing/2014/main" id="{136D21E4-282B-C851-482E-7756A2D08E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772" r="167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{6927189C-834C-4159-A888-9C8C4067F8C6}tf67061901_win32</Template>
  <TotalTime>142</TotalTime>
  <Words>461</Words>
  <Application>Microsoft Office PowerPoint</Application>
  <PresentationFormat>Widescreen</PresentationFormat>
  <Paragraphs>77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Daytona Condensed Light</vt:lpstr>
      <vt:lpstr>Posterama</vt:lpstr>
      <vt:lpstr>Times New Roman</vt:lpstr>
      <vt:lpstr>Custom</vt:lpstr>
      <vt:lpstr>Quiz Answer Auto-grader</vt:lpstr>
      <vt:lpstr>Data Structures Used  &amp; Reason</vt:lpstr>
      <vt:lpstr>ADT of HashMap</vt:lpstr>
      <vt:lpstr>ADT of array &amp; Trie (Prefix Tree) </vt:lpstr>
      <vt:lpstr>Input and Output Screenshots</vt:lpstr>
      <vt:lpstr>Division of Work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k</dc:creator>
  <cp:lastModifiedBy>Pranav k</cp:lastModifiedBy>
  <cp:revision>6</cp:revision>
  <dcterms:created xsi:type="dcterms:W3CDTF">2025-11-09T06:50:15Z</dcterms:created>
  <dcterms:modified xsi:type="dcterms:W3CDTF">2025-11-09T16:49:45Z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